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 技术架构深度解析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通用知识库系统与Agent框架集成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1371600"/>
            <a:ext cx="914400" cy="91440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 是什么？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定位: AI Agent的Context Database（上下文数据库）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核心理念: 用文件系统范式统一Agent所需的三类上下文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📁 Resources（资源/文档）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🧠 Memories（记忆）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🛠️ Skills（技能）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解决的痛点: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上下文碎片化 - 记忆在代码里、资源在向量库、技能散落各处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上下文需求激增 - 长任务产生大量上下文，简单截断导致信息丢失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检索效果差 - 传统RAG扁平存储，缺乏全局视图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检索不可观测 - 传统RAG检索链是黑盒，难以调试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记忆无法迭代 - 当前记忆只是交互记录，缺乏任务相关记忆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核心创新：文件系统范式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传统RAG vs OpenViking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维度 | 传统RAG | OpenViking 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|------|---------|------------|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存储模型 | 平面向量存储 | 层级文件系统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检索方式 | 纯语义相似度 | 目录定位 + 语义搜索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上下文组织 | 分块存储 | L0/L1/L2三级结构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可观测性 | 黑盒 | 可视化检索轨迹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记忆迭代 | 无 | 自动压缩提取长期记忆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类比: 像管理本地文件一样构建Agent的大脑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系统架构总览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分层架构: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Agent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VikingBot / Customer Service Bot / Bid Assistant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OpenViking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Parser (文档解析)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Index (索引构建)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Retrieve (检索引擎)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VikingFS (文件系统)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SemanticQueue (语义处理队列)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Session Manager (会话管理)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Storage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349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AGFS (文件存储)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VectorDB (向量索引)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Embedding Model (向量化模型)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文档解析系统（Parser）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支持的格式: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PDF（pdfplumber / MinerU API双策略）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Markdown（原生支持）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代码文件（多语言解析）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音视频（生成摘要）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PDF解析流程: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PDF File → Convert to Markdown → Parse Structure → VikingFS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书签/大纲提取 → 自动生成目录结构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字体分析 → 智能识别标题层级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表格提取 → Markdown表格格式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图片提取 → 独立存储 + 占位符引用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代码位置: openviking/parse/parsers/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L0/L1/L2 三级上下文结构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层级定义: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(Abstract) - 精简摘要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文件名: .abstract.md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一句话描述核心内容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(Overview) - 结构化摘要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文件名: .overview.md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结构化摘要 + 关键要点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(Content) - 原始内容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文件名: 原始文件名.md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完整原始内容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作用: 按需加载，显著降低Token消耗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486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生成方式: LLM自动生成 + 底层并发控制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语义处理流水线（Semantic Pipeline）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处理流程: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文档上传 → Parser解析 → VikingFS存储 → SemanticQueue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SemanticProcessor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(LLM批量处理)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↓ ↓ 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Generate Abstract + 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Embedding Queue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向量化并存储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异步队列处理（非阻塞上传）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熔断机制（Circuit Breaker）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增量更新支持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索引系统架构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向量索引（Vector Index）: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存储: VikingDB / RocksDB / 云厂商向量数据库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支持密集向量（Dense）+ 稀疏向量（Sparse）混合检索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索引字段: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uri: 资源标识符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level: 0/1/2 层级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context_type: resource/memory/skill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abstract: 语义摘要文本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vector: 密集向量 [1024/3072维]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sparse_vector: 稀疏向量 {term: weight}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active_count: 使用频次统计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多租户隔离: 通过account_id + owner_space实现数据隔离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检索引擎：HierarchicalRetriever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检索流程: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Query Embedding (查询向量化)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Global Vector Search (全局向量检索 TOP-K)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Merge Starting Points (合并起始点)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Recursive Search (递归目录检索)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优先检索父目录(L0/L1)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分数向下传播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Rerank精排（可选）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440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Return L2 Content (返回原始内容)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核心参数: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SCORE_PROPAGATION_ALPHA = 0.5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MAX_CONVERGENCE_ROUNDS = 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递归目录检索算法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算法核心逻辑: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recursive_search(query, starting_points):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优先队列：按分数排序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dir_queue = PriorityQueue()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collected = {}  # URI → 候选结果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set()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初始化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uri, score in starting_points: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dir_queue.push((-score, uri))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dir_queue not empty: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current_score, current_uri = dir_queue.pop()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349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current_uri in visited: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visited.add(current_uri)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检索子项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children = vector_search(parent=current_uri)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child in children: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分数传播：组合父节点和子节点分数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final_score = alpha * child_score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+ (1-alpha) * current_score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child.level == 2: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终端节点：收集结果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collected[child.uri] = child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非终端：继续递归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dir_queue.push((-final_score, child.uri))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sort_by_score(collected)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VikingBot: Agent框架集成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架构组件: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AgentLoop (核心循环)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┌─────────┐ ┌─────────┐ ┌────────────────┐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Context │ │ Memory  │ │ ToolRegistry   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Builder │ │ Store   │ │ (工具注册)      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└────┬────┘ └────┬────┘ └────────┬───────┘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└───────────┴───────────────┘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LLM Provider (统一接口)      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(OpenAI / Anthropic / Volcengine)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意图路由（Intent Router）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子代理管理（SubagentManager）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会话记忆同步 - 自动同步到OpenViking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应用场景1：智能客服支持机器人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场景描述: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基于产品文档、FAQ、历史工单构建客服知识库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数据流程: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产品文档/PDF → Parser → VikingFS → 向量索引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用户提问 ─────────────────────────┤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                        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                         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检索相关知识 → AgentLoop → 生成回答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                        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                         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记录会话 ─────→ 自动提取 ──→ 长期记忆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文档问答（基于产品手册）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历史工单关联（相似问题推荐）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多轮对话记忆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人工接管（Human Handoff）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应用场景2：智能投标助手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场景描述: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基于企业资质、产品方案、案例库辅助编写投标文件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专用工具（Bid Material Tools）: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SearchCertificatesTool: 搜索资质证书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资质证书、许可证、授权资料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SearchSolutionMaterialsTool: 搜索方案资料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解决方案、产品参数、案例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CollectBidEvidenceTool: 收集投标证据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可复用的投标证据包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257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解析招标文件 → 提取需求要点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623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检索相关资质 → 匹配证书资料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检索方案案例 → 获取支撑证据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生成投标文件 → 结构化输出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扩展更多Agent应用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通用知识库 → 垂直应用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 (通用知识库层)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接入层: MCP (Model Context Protocol)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标准接口供任意Agent调用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工具层: Tool Registry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可插拔工具生态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应用层: Vertical Agents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├─ 客服机器人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440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├─ 投标助手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├─ 法务助手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├─ 研发助手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├─ HR助手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└─ 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扩展方式: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自定义Tool - 继承Tool基类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自定义Prompt - 场景化提示词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自定义数据源 - 接入企业知识库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技术栈全景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语言与运行时: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Python 3.10+ (主服务)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Rust (CLI工具 ov_cli)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Go (AGFS文件系统)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核心依赖: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向量数据库: VikingDB / RocksDB / Milvus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嵌入模型: 支持OpenAI/Volcengine/Jina等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VLM模型: GPT-4V/Claude/Doubao等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重排序: Cohere Rerank / BGE Rerank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部署方式: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Docker Compose (推荐)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Kubernetes (生产环境)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单机二进制 (快速体验)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未来演进方向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短期（3-6个月）: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完善MCP协议支持，无缝对接更多Agent框架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增强多模态能力（图片、视频、音频深度理解）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优化检索性能（支持10亿级文档）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中期（6-12个月）: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知识图谱集成（实体关系抽取与推理）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联邦检索（跨组织知识库检索）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自适应索引（根据查询模式自动优化）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长期（1年+）: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多Agent协同（共享知识库，分工协作）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主动学习（Agent主动补充知识盲区）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50" kern="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个性化记忆（用户级记忆隔离与共享）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OpenViking的核心价值: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统一范式 - 用文件系统思维解决上下文管理难题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三级结构 - L0/L1/L2按需加载，平衡精度与成本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递归检索 - 目录定位 + 语义搜索，提升检索效果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可观测性 - 可视化检索轨迹，白盒化调试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开放生态 - MCP协议 + Tool Registry，支持任意Agent框架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愿景: 成为AI时代的文件系统，让Agent拥有真正可用的长期记忆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1371600"/>
            <a:ext cx="914400" cy="91440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OpenViking 技术架构深度解析</dc:title>
  <dc:subject>通用知识库系统与Agent框架集成</dc:subject>
  <dc:creator>技术分享</dc:creator>
  <cp:lastModifiedBy>技术分享</cp:lastModifiedBy>
  <cp:revision>1</cp:revision>
  <dcterms:created xsi:type="dcterms:W3CDTF">2026-04-23T01:40:04Z</dcterms:created>
  <dcterms:modified xsi:type="dcterms:W3CDTF">2026-04-23T01:40:04Z</dcterms:modified>
</cp:coreProperties>
</file>