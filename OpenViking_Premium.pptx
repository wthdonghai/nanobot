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560320"/>
            <a:ext cx="54864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OpenViking 技术架构深度解析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通用知识库系统与Agent框架集成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OpenViking 是什么？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定位: AI Agent的Context Database（上下文数据库）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核心理念: 用文件系统范式统一Agent所需的三类上下文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276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📁 Resources（资源/文档）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6537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🧠 Memories（记忆）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031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🛠️ Skills（技能）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4140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解决的痛点: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791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上下文碎片化 - 记忆在代码里、资源在向量库、技能散落各处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1693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上下文需求激增 - 长任务产生大量上下文，简单截断导致信息丢失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5468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检索效果差 - 传统RAG扁平存储，缺乏全局视图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392424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9242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检索不可观测 - 传统RAG检索链是黑盒，难以调试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63016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记忆无法迭代 - 当前记忆只是交互记录，缺乏任务相关记忆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核心创新：文件系统范式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24912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维度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24912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传统RAG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2724912" cy="411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18872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OpenViking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60020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存储模型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60020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平面向量存储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60020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层级文件系统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947672"/>
            <a:ext cx="27249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94767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检索方式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947672"/>
            <a:ext cx="27249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94767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纯语义相似度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947672"/>
            <a:ext cx="27249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94767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目录定位 + 语义搜索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295144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29514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上下文组织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295144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29514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分块存储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295144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29514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L0/L1/L2三级结构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642616"/>
            <a:ext cx="27249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6426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可观测性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642616"/>
            <a:ext cx="27249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6426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黑盒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642616"/>
            <a:ext cx="27249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26426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可视化检索轨迹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2990088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299008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记忆迭代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2990088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299008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无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2990088"/>
            <a:ext cx="27249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299008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自动压缩提取长期记忆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系统架构总览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🤖 VikingBot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280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👥 客服机器人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280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📋 投标助手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914400" y="2011680"/>
            <a:ext cx="182880" cy="27432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7744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OpenViking Server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Parser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Index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Retrieve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VikingFS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Session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14400" y="3291840"/>
            <a:ext cx="182880" cy="27432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6576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57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 Layer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38404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💾 AGFS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38404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📊 VectorDB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8404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🔗 Embedding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文档解析系统（Parser）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支持的格式: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62456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624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PDF（pdfplumber / MinerU API双策略）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0020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Markdown（原生支持）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3794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代码文件（多语言解析）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7568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音视频（生成摘要）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3865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PDF解析流程: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292608"/>
          </a:xfrm>
          <a:prstGeom prst="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5176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PDF File → Convert to Markdown → Parse Structure → VikingFS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035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关键特性: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34670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书签/大纲提取 → 自动生成目录结构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584448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8444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字体分析 → 智能识别标题层级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8221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表格提取 → Markdown表格格式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5993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图片提取 → 独立存储 + 占位符引用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代码位置: openviking/parse/parsers/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L0/L1/L2 三级上下文结构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34440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Abstract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.abstract.md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一句话精简摘要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554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38328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188720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1E40A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234440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234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Overview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.overview.md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结构化摘要 + 关键要点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1554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309360" y="1188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188720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234440"/>
            <a:ext cx="365760" cy="22860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234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content.md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完整原始内容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6517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✦ 按需加载机制：先检索L0/L1定位，再加载L2内容 → 显著降低Token消耗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语义处理流水线（Semantic Pipeline）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上传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577340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27048" y="12801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1527048" y="13716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27048" y="16916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78608" y="1577340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88336" y="12801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2688336" y="13716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88336" y="16916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VikingFS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39896" y="1577340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9624" y="12801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849624" y="13716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9624" y="16916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Semantic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01184" y="1577340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10912" y="12801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13716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10912" y="16916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LLM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62472" y="1577340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12801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3716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72200" y="16916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Embed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1577340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33488" y="12801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333488" y="13716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33488" y="16916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存储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0" y="24688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⚡ 异步队列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0" y="24688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🛡️ 熔断机制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24688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🔄 增量更新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索引系统架构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🤖 VikingBot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280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👥 客服机器人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2801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80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📋 投标助手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5400000">
            <a:off x="914400" y="2011680"/>
            <a:ext cx="182880" cy="27432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7744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OpenViking Server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Parser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Index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Retrieve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VikingFS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2560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Session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14400" y="3291840"/>
            <a:ext cx="182880" cy="27432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657600"/>
            <a:ext cx="1463040" cy="822960"/>
          </a:xfrm>
          <a:prstGeom prst="roundRect">
            <a:avLst>
              <a:gd name="adj" fmla="val 5556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657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 Layer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38404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💾 AGFS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38404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📊 VectorDB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8404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🔗 Embedding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检索引擎：HierarchicalRetriever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Query Embedding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查询向量化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1385316"/>
            <a:ext cx="548640" cy="109728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240280" y="118872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Global Search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全局检索 TOP-K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88920" y="1385316"/>
            <a:ext cx="548640" cy="109728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931920" y="11887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4904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Merge Points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合并起始点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1385316"/>
            <a:ext cx="548640" cy="109728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623560" y="11887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Recursive Search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递归目录检索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1385316"/>
            <a:ext cx="548640" cy="109728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11887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Return L2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返回原始内容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📜 递归搜索算法核心逻辑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30175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优先检索父目录(L0/L1) → 获取全局上下文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32918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分数向下传播: final_score = α·child_score + (1-α)·parent_score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35661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Rerank精排优化 → 返回最优L2内容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递归目录检索算法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Query Embedding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查询向量化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1385316"/>
            <a:ext cx="548640" cy="109728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240280" y="1188720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Global Search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全局检索 TOP-K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88920" y="1385316"/>
            <a:ext cx="548640" cy="109728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931920" y="11887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4904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Merge Points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合并起始点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1385316"/>
            <a:ext cx="548640" cy="109728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623560" y="11887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Recursive Search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递归目录检索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1385316"/>
            <a:ext cx="548640" cy="109728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11887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1783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Return L2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205740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返回原始内容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📜 递归搜索算法核心逻辑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30175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优先检索父目录(L0/L1) → 获取全局上下文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32918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分数向下传播: final_score = α·child_score + (1-α)·parent_score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35661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Rerank精排优化 → 返回最优L2内容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VikingBot: Agent框架集成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023360" y="1737360"/>
            <a:ext cx="1097280" cy="7315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005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286000" y="265176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651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760720" y="10058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005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Registry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760720" y="265176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2651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Provider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371600" y="34747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意图路由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4747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子代理管理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4747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会话记忆同步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应用场景1：智能客服支持机器人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用户提问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18872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1188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检索知识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3716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118872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188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Agent处理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13716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57800" y="118872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1188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生成回答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13716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188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记忆存储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🔹 文档问答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1945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🔹 历史工单关联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1945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🔹 多轮对话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19456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🔹 人工接管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应用场景2：智能投标助手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SearchCertificates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188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资质证书检索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1965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方案资料检索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68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CollectEvidence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606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468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投标证据收集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扩展更多Agent应用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023360" y="1737360"/>
            <a:ext cx="1097280" cy="7315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005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286000" y="265176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2651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760720" y="10058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0058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Registry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760720" y="265176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26517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Provider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371600" y="34747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意图路由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4747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子代理管理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4747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会话记忆同步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技术栈全景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💻 语言与运行时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Python 3.10+ (主服务)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Rust (CLI ov_cli)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Go (AGFS)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核心依赖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60020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VikingDB / RocksDB / Milvus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201168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多厂商Embedding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242316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多模态VLM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部署方式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60020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Docker Compose (推荐)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01168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Kubernetes (生产)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242316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• 单机二进制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未来演进方向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554480" y="10972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短期 (3-6月)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03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完善MCP协议支持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增强多模态能力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优化10亿级文档检索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234440"/>
            <a:ext cx="320040" cy="13716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10972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中期 (6-12月)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1031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103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知识图谱集成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5603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560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联邦检索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自适应索引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1234440"/>
            <a:ext cx="320040" cy="13716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0" y="10972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长期 (1年+)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1031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1031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多Agent协同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5603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560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主动学习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017520"/>
            <a:ext cx="26517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✓ 个性化记忆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54864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OpenViking的核心价值: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8988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统一范式 - 用文件系统思维解决上下文管理难题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0078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三级结构 - L0/L1/L2按需加载，平衡精度与成本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1168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递归检索 - 目录定位 + 语义搜索，提升检索效果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2257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可观测性 - 可视化检索轨迹，白盒化调试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8229600" cy="219456"/>
          </a:xfrm>
          <a:prstGeom prst="rect">
            <a:avLst>
              <a:gd name="adj" fmla="val 8333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334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开放生态 - MCP协议 + Tool Registry，支持任意Agent框架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944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愿景: 成为AI时代的文件系统，让Agent拥有真正可用的长期记忆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00450"/>
            <a:ext cx="9144000" cy="154305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560320"/>
            <a:ext cx="54864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OpenViking 技术架构深度解析</dc:title>
  <dc:subject>通用知识库系统与Agent框架集成</dc:subject>
  <dc:creator>技术分享</dc:creator>
  <cp:lastModifiedBy>技术分享</cp:lastModifiedBy>
  <cp:revision>1</cp:revision>
  <dcterms:created xsi:type="dcterms:W3CDTF">2026-04-23T02:47:11Z</dcterms:created>
  <dcterms:modified xsi:type="dcterms:W3CDTF">2026-04-23T02:47:11Z</dcterms:modified>
</cp:coreProperties>
</file>